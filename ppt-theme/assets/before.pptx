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2026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المتجر</c:v>
                </c:pt>
                <c:pt idx="1">
                  <c:v>التطبيق</c:v>
                </c:pt>
                <c:pt idx="2">
                  <c:v>الشركاء</c:v>
                </c:pt>
                <c:pt idx="3">
                  <c:v>الفروع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31.0</c:v>
                </c:pt>
                <c:pt idx="1">
                  <c:v>44.5</c:v>
                </c:pt>
                <c:pt idx="2">
                  <c:v>12.5</c:v>
                </c:pt>
                <c:pt idx="3">
                  <c:v>12.0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تقرير الأداء الربعي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الربع الثالث 2026 · إدارة التطوير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أهم النتائج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نمو الإيرادات 18% عن الربع السابق</a:t>
            </a:r>
          </a:p>
          <a:p>
            <a:r>
              <a:t>خمسة أسواق جديدة</a:t>
            </a:r>
          </a:p>
          <a:p>
            <a:r>
              <a:t>انخفاض تكلفة الاستقطاب 12%</a:t>
            </a:r>
          </a:p>
          <a:p>
            <a:r>
              <a:t>رضا العملاء 4.6 من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الإيرادات بحسب القناة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371600" y="1645920"/>
          <a:ext cx="914400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خطة الربع القادم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371600" y="1737360"/>
          <a:ext cx="914400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/>
                <a:gridCol w="3048000"/>
                <a:gridCol w="3048000"/>
              </a:tblGrid>
              <a:tr h="777240">
                <a:tc>
                  <a:txBody>
                    <a:bodyPr/>
                    <a:lstStyle/>
                    <a:p>
                      <a:r>
                        <a:rPr sz="1600"/>
                        <a:t>المبادرة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المسؤول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الموعد</a:t>
                      </a:r>
                    </a:p>
                  </a:txBody>
                  <a:tcPr/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600"/>
                        <a:t>إطلاق التطبيق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التقنية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نوفمبر</a:t>
                      </a:r>
                    </a:p>
                  </a:txBody>
                  <a:tcPr/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600"/>
                        <a:t>توسعة الشركاء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المبيعات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ديسمبر</a:t>
                      </a:r>
                    </a:p>
                  </a:txBody>
                  <a:tcPr/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600"/>
                        <a:t>برنامج الولاء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التسويق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يناير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